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D21C-C3B4-45E9-B643-C027B9623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B10A9-1158-4E04-A9D4-91304B2EE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AA02C-D58F-40E8-841A-D4C1764B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9C57B-4188-47B8-A478-4926BD7AE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6209F-FB7F-4C58-A85C-50433FBE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1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5665-B608-408B-9090-870918BD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3F9B9-ABFE-4304-BE9E-90A236BA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1240-9BEE-4B3E-90B9-C8A36CA8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D764-8E58-4320-A47A-A69CED4E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B9B5-D98A-4009-A257-6B20A7E2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4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D07B-9319-4C28-A420-E443F12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66F3-BB1E-4A2B-BC4F-BFB2FE73E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EBCBC-F3E2-404C-BB3A-5C469C73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5035B-7BE4-4109-AA7D-7823CBF5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D486B-942C-406E-90E9-2C5633FD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5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7118E-6867-446E-8516-8B2FE667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AF71-BBF7-4CB7-BB0D-B659818B1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26D6C-81DC-4AA0-928E-D2161AA5A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75037-BFA0-4D5F-800E-4C81878D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B2A90-F258-4AD0-BD59-5E9923FA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2D86-38D1-431C-AC08-42B2FCFD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3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3DC2-257A-4579-939C-CB2DD20B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889E1-061B-41BE-B23E-C182169F6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8957B-8764-4B38-AD33-E597ED692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7F7F8-AD68-4498-B163-82BBA8FD6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6E5A3C-2A98-43AA-8A95-C01F3FCE2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5C23F-86BC-4ACC-92F9-78FEDDD2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72D82-3629-4128-B206-CE89C860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A3DA1-0226-4310-825A-7E277E49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56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D8A1-165E-4025-983C-5057F05F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6A164-0C40-4C62-8609-3A8EF3FB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9DA80-E6B6-4E89-A008-7172FA51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69234-816B-44C6-B23B-0014D138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5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AFFA9-6105-4E83-B7B4-72A4D1C4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E89CA-D227-4F9F-9386-6D11FE86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1B998-F2C1-496E-A380-C6FA8121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0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86C5-853F-4EB9-85C8-4DF51A162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88B9-D974-49D7-A9CC-46DC125C4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92CB5-EB03-4E05-B5AE-63A756AD0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D661A-3C63-4B8D-B871-071FA6B4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F38D7-7532-488E-8D80-27002A81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7446F-695F-4D41-991F-84218446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5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05FF-71B2-4CFE-A31B-7D407D53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9FECF-81F3-46BD-AEFC-780D3D85F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2CAD2-3F2D-406F-9199-28AB2D4AB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30925-A968-4394-868F-AEBF3396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F596D-BDE5-40B5-82DB-73B88261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97989-3D04-4CAB-B118-EDB6AA5A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3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96DD-8592-4A47-8C6D-A9509B07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9C46E-D275-47E8-9368-287ED2164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C551D-7508-41A1-B4E7-3BBA1BCE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2FD1-C943-415F-8E9B-8CF3D511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D32AF-B8A0-4EF2-9B25-CE9FBFE9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3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C28AA-5DD2-4DBA-9EAA-2025085B5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58268-0E19-44B4-8C49-B136D509C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CFB68-C7AC-4E44-AE99-DCCB0B13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947F-6439-4422-85FA-7FDAC6F6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55B1C-B46F-4E35-A45B-8411D1BC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4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185DE6-B8B5-469E-9C3A-09851859A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551210-DA26-419F-9CEA-01DAEA96F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B758B0-AEC7-4DCC-A7D4-56F72074D5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3B06A2E8-A761-4D2F-ABB7-26CF5B63DA6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8AEA49-C07F-43DA-8203-5A111DA845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D7FD75B-32AB-4932-90EC-A2E06E1DB7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18D492-D193-4127-9C24-2DB8E0CE4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8995-A3DB-4F83-9737-B0FBEF66D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5092"/>
            <a:ext cx="9144000" cy="2387600"/>
          </a:xfrm>
        </p:spPr>
        <p:txBody>
          <a:bodyPr/>
          <a:lstStyle/>
          <a:p>
            <a:r>
              <a:rPr lang="hr-HR" b="1" dirty="0">
                <a:solidFill>
                  <a:schemeClr val="bg1"/>
                </a:solidFill>
              </a:rPr>
              <a:t>Kuhinjski timer - PCB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5A9EF-ED14-42D0-A9FF-013F48946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0612" y="4482353"/>
            <a:ext cx="4034118" cy="712694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Matija Šegrc</a:t>
            </a:r>
          </a:p>
          <a:p>
            <a:pPr algn="l"/>
            <a:r>
              <a:rPr lang="hr-HR" dirty="0">
                <a:solidFill>
                  <a:schemeClr val="bg1"/>
                </a:solidFill>
              </a:rPr>
              <a:t>3. godina prijediplomskog studija Mehatronika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43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5E46-3269-45AD-BB5F-36E3BB9E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chemeClr val="bg1"/>
                </a:solidFill>
              </a:rPr>
              <a:t>Opis pločice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218A-2128-4835-9E18-F3115387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>
                <a:solidFill>
                  <a:schemeClr val="bg1"/>
                </a:solidFill>
              </a:rPr>
              <a:t>Kuhinjski</a:t>
            </a:r>
            <a:r>
              <a:rPr lang="en-US" sz="2400" dirty="0">
                <a:solidFill>
                  <a:schemeClr val="bg1"/>
                </a:solidFill>
              </a:rPr>
              <a:t> timer s MCU STM32F446RE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Troznamenkasti</a:t>
            </a:r>
            <a:r>
              <a:rPr lang="en-US" sz="2400" dirty="0">
                <a:solidFill>
                  <a:schemeClr val="bg1"/>
                </a:solidFill>
              </a:rPr>
              <a:t> 7‑segmentni LED </a:t>
            </a:r>
            <a:r>
              <a:rPr lang="en-US" sz="2400" dirty="0" err="1">
                <a:solidFill>
                  <a:schemeClr val="bg1"/>
                </a:solidFill>
              </a:rPr>
              <a:t>zaslon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Tipkala</a:t>
            </a:r>
            <a:r>
              <a:rPr lang="en-US" sz="2400" dirty="0">
                <a:solidFill>
                  <a:schemeClr val="bg1"/>
                </a:solidFill>
              </a:rPr>
              <a:t>: START, STOP, +10 s, –10 s 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Buzzer za signal </a:t>
            </a:r>
            <a:r>
              <a:rPr lang="en-US" sz="2400" dirty="0" err="1">
                <a:solidFill>
                  <a:schemeClr val="bg1"/>
                </a:solidFill>
              </a:rPr>
              <a:t>isteka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vremena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LED </a:t>
            </a:r>
            <a:r>
              <a:rPr lang="en-US" sz="2400" dirty="0" err="1">
                <a:solidFill>
                  <a:schemeClr val="bg1"/>
                </a:solidFill>
              </a:rPr>
              <a:t>indikacije</a:t>
            </a:r>
            <a:r>
              <a:rPr lang="en-US" sz="2400" dirty="0">
                <a:solidFill>
                  <a:schemeClr val="bg1"/>
                </a:solidFill>
              </a:rPr>
              <a:t>: CHRG, RUN, IDLE 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Prekidač</a:t>
            </a:r>
            <a:r>
              <a:rPr lang="en-US" sz="2400" dirty="0">
                <a:solidFill>
                  <a:schemeClr val="bg1"/>
                </a:solidFill>
              </a:rPr>
              <a:t> za BOOT mod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Napajanje</a:t>
            </a:r>
            <a:r>
              <a:rPr lang="en-US" sz="2400" dirty="0">
                <a:solidFill>
                  <a:schemeClr val="bg1"/>
                </a:solidFill>
              </a:rPr>
              <a:t>: Li‑ion 18650, </a:t>
            </a:r>
            <a:r>
              <a:rPr lang="en-US" sz="2400" dirty="0" err="1">
                <a:solidFill>
                  <a:schemeClr val="bg1"/>
                </a:solidFill>
              </a:rPr>
              <a:t>punjač</a:t>
            </a:r>
            <a:r>
              <a:rPr lang="en-US" sz="2400" dirty="0">
                <a:solidFill>
                  <a:schemeClr val="bg1"/>
                </a:solidFill>
              </a:rPr>
              <a:t> LTC4054, 3.3 V TPS63000</a:t>
            </a:r>
            <a:endParaRPr lang="hr-HR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Dimenzije</a:t>
            </a:r>
            <a:r>
              <a:rPr lang="en-US" sz="2400" dirty="0">
                <a:solidFill>
                  <a:schemeClr val="bg1"/>
                </a:solidFill>
              </a:rPr>
              <a:t> PCB‑a: 90 × 95 mm, 4 </a:t>
            </a:r>
            <a:r>
              <a:rPr lang="en-US" sz="2400" dirty="0" err="1">
                <a:solidFill>
                  <a:schemeClr val="bg1"/>
                </a:solidFill>
              </a:rPr>
              <a:t>montažne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rupe</a:t>
            </a:r>
            <a:r>
              <a:rPr lang="en-US" sz="2400" dirty="0">
                <a:solidFill>
                  <a:schemeClr val="bg1"/>
                </a:solidFill>
              </a:rPr>
              <a:t> M3</a:t>
            </a:r>
          </a:p>
        </p:txBody>
      </p:sp>
    </p:spTree>
    <p:extLst>
      <p:ext uri="{BB962C8B-B14F-4D97-AF65-F5344CB8AC3E}">
        <p14:creationId xmlns:p14="http://schemas.microsoft.com/office/powerpoint/2010/main" val="238479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3E24-4C80-4F54-B065-B1B399D7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850D6-82BA-4ECC-A529-2BC40009E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10" y="142391"/>
            <a:ext cx="9295726" cy="65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2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F.Cu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56117-4AE3-4B40-BD45-FAFAE7A6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485" y="1265146"/>
            <a:ext cx="3718882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67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B.Cu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98EEB-7960-4C36-8ABC-522F6CA33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353" y="1302836"/>
            <a:ext cx="4313294" cy="4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7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F.Silkscreen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17885C-8677-4F7F-A906-16B73BE5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892" y="1417638"/>
            <a:ext cx="3985605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69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F.Mask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19F53-9921-451A-86E9-0CF2B494E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646" y="1348559"/>
            <a:ext cx="4244708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3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B.Mask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CAA63-7027-4210-82DA-5461FD0FF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70" y="1462869"/>
            <a:ext cx="4153260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7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Edge Cuts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72076-B8F4-45A8-90F1-C7BC17CF8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836" y="1306646"/>
            <a:ext cx="4252328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7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F.Fab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C9F850-314D-43D5-9200-A241566A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284" y="1401904"/>
            <a:ext cx="4511431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55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5B3-B22E-44F4-B436-FA2B10B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algn="l"/>
            <a:r>
              <a:rPr lang="hr-HR" dirty="0">
                <a:solidFill>
                  <a:schemeClr val="bg1"/>
                </a:solidFill>
              </a:rPr>
              <a:t>3D model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6890E4-604F-4E9B-9A2C-441F0AC20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96" y="846138"/>
            <a:ext cx="4991533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8201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1518</Template>
  <TotalTime>43</TotalTime>
  <Words>104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Diseño predeterminado</vt:lpstr>
      <vt:lpstr>Kuhinjski timer - PCB </vt:lpstr>
      <vt:lpstr>Opis pločice</vt:lpstr>
      <vt:lpstr>PowerPoint Presentation</vt:lpstr>
      <vt:lpstr>F.Cu</vt:lpstr>
      <vt:lpstr>B.Cu</vt:lpstr>
      <vt:lpstr>F.Silkscreen</vt:lpstr>
      <vt:lpstr>F.Mask</vt:lpstr>
      <vt:lpstr>B.Mask</vt:lpstr>
      <vt:lpstr>Edge Cuts</vt:lpstr>
      <vt:lpstr>F.Fab</vt:lpstr>
      <vt:lpstr>3D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Kuhinjski timer - PCB</dc:title>
  <dc:creator>Matija Šegrc</dc:creator>
  <cp:lastModifiedBy>Matija Šegrc</cp:lastModifiedBy>
  <cp:revision>6</cp:revision>
  <dcterms:created xsi:type="dcterms:W3CDTF">2026-02-12T16:14:52Z</dcterms:created>
  <dcterms:modified xsi:type="dcterms:W3CDTF">2026-02-12T17:06:32Z</dcterms:modified>
</cp:coreProperties>
</file>